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hook. India wastes 67M tonnes of food a year while 190M go hungry. Revivo treats surplus produce as a degrading asset with a live countdown. Two layers: Sell and Rescue. Fully serverless 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reframing: it is a timing problem. Perishability is ignored by every existing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pillars. Emphasize that pricing and bands are recomputed live and identically on client and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and Rescue are live in the app. Transform (compost/biogas) is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is implemented and demoable on the live AWS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reward visible AI. Call out Rekognition and Bedrock explicitly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(Amplify) → API Gateway (Cognito JWT) → Lambda → DynamoDB + Streams → Step Functions / SNS; Lambda ↔ S3+Rekognition and Bedrock.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fully serverless, deployed as five CDK stacks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numbers use FAO/UNEP-style conversion factors and trace to real orders — nothing fabricated.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scope. Everything on the left is demoable; the right is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differentiation: time-aware + escalating + serverless AI +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quickly, then move into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then switch to the live app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-1280160"/>
            <a:ext cx="3291840" cy="3291840"/>
          </a:xfrm>
          <a:prstGeom prst="ellipse">
            <a:avLst/>
          </a:prstGeom>
          <a:solidFill>
            <a:srgbClr val="0F513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383280"/>
            <a:ext cx="2926080" cy="2926080"/>
          </a:xfrm>
          <a:prstGeom prst="ellipse">
            <a:avLst/>
          </a:prstGeom>
          <a:solidFill>
            <a:srgbClr val="0F51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48640"/>
            <a:ext cx="868680" cy="868680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76809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60350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REVIVO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BF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Time-Aware Food Recovery Network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→ Rescue → Transform.  Technology races the clock; community turns saved food into a meal.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</a:t>
            </a:r>
            <a:pPr indent="0" marL="0">
              <a:buNone/>
            </a:pPr>
            <a:r>
              <a:rPr lang="en-US" sz="1300" dirty="0">
                <a:solidFill>
                  <a:srgbClr val="9F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AWS Student Builder Group Hackathon 2026   •   SDG 2 — Zero Hunger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timing problem, not a marketplace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146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93392"/>
            <a:ext cx="566928" cy="56692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83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67M 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63040" y="24323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wasted in India every year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737360"/>
            <a:ext cx="25146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993392"/>
            <a:ext cx="566928" cy="56692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488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883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190M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4160520" y="24323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going hungry, every day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FBEBC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52958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9848" y="337413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lead the waste — short shelf life — and it starts at the last-mile vendor.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02920" y="3977640"/>
            <a:ext cx="384048" cy="384048"/>
          </a:xfrm>
          <a:prstGeom prst="ellipse">
            <a:avLst/>
          </a:prstGeom>
          <a:solidFill>
            <a:srgbClr val="FBEBC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07822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9848" y="392277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evening vendors dump edible produce while a hotel 1 km away buys the same at full price.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FBEBC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62686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69848" y="44714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are static boards: they ignore perishability and never ensure food becomes a meal.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time-awareness, automation &amp; measurement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freshness bands + price decay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35608" y="231343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Use-soon / Rescue, recomputed from wall-clock time on every view — identical on client and server.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1579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9612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marketplace, not a board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96128" y="231343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fall as produce ages, in real time. What a buyer sees is exactly what they pay.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753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rescue safety net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35608" y="37307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about to expire unsold is routed to NGO kitchens, with an AI-written reason to rescue it now.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5753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measured impact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96128" y="37307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rescue counted in meals, CO₂ avoided and ₹ saved — traceable to real orders.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flow, grounded in the same live countdown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06040" cy="26517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11680"/>
            <a:ext cx="640080" cy="640080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854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 SELL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1272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photographs surplus → Rekognition IDs it → freshness band + auto price → live marketplace → order tracked through a Step Functions lifecycle.</a:t>
            </a:r>
            <a:endParaRPr lang="en-US" sz="113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8803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1783080"/>
            <a:ext cx="2606040" cy="26517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47872" y="20116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21854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47872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RESCUE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47872" y="31272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about to expire unsold surface on a Rescue board → routed to an NGO kitchen → Bedrock writes “why rescue this now”.</a:t>
            </a:r>
            <a:endParaRPr lang="en-US" sz="113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8803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0760" y="1783080"/>
            <a:ext cx="2606040" cy="26517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36792" y="2011680"/>
            <a:ext cx="640080" cy="640080"/>
          </a:xfrm>
          <a:prstGeom prst="ellipse">
            <a:avLst/>
          </a:prstGeom>
          <a:solidFill>
            <a:srgbClr val="6E837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18541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36792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3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· TRANSFORM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336792" y="31272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Inedible surplus → compost / biogas so nothing is wasted. On the roadmap — the natural next tier.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LIVE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app does,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1109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482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auto-ID → publish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07592" y="21579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names the vegetable; band + price are computed for the seller.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663440" y="173736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91109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482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+ dynamic price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21579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freshness factor, ticking in real time.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02920" y="269748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287121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0837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marketplace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07592" y="3118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decaying prices, categories, filters, one-tap order.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663440" y="269748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87121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0837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order lifecycle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3118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Preparing → Ready → Completed via Step Functions.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02920" y="365760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383133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6849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07592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+ waste-risk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07592" y="4078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recommendations + “N kg hits Rescue within 24h”.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4663440" y="365760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831336"/>
            <a:ext cx="493776" cy="493776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6849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ratings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68112" y="4078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/ meals / CO₂ / ₹ saved, plus reviews and a rescue board.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AWS AI does the heavy lifting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35608" y="2313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vegetable from the vendor’s photo — no manual tagging.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1579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9612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(Nova)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96128" y="2313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Data-grounded seller insights + rescue explanations via Converse; deterministic fallback so it never hard-fails.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753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engine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35608" y="37307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 DB × storage × temperature → honest ranges, not false precision.</a:t>
            </a:r>
            <a:endParaRPr lang="en-US" sz="106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5753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96128" y="37307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order lifecycle straight off a DynamoDB Stream.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Fully serverless — 5 CDK stacks</a:t>
            </a:r>
            <a:endParaRPr lang="en-US" sz="30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Serverless, AI-native, IaC-deployed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810512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2024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46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Riverpod, hosted on AWS Amplify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4663440" y="1691640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9744" y="1810512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202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746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 (Python 3.12)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502920" y="2441448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" y="2560320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6700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496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single-table + Streams</a:t>
            </a:r>
            <a:endParaRPr lang="en-US" sz="1130" dirty="0"/>
          </a:p>
        </p:txBody>
      </p:sp>
      <p:sp>
        <p:nvSpPr>
          <p:cNvPr id="16" name="Shape 11"/>
          <p:cNvSpPr/>
          <p:nvPr/>
        </p:nvSpPr>
        <p:spPr>
          <a:xfrm>
            <a:off x="4663440" y="2441448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9744" y="2560320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670048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496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role-based JWT</a:t>
            </a:r>
            <a:endParaRPr lang="en-US" sz="1130" dirty="0"/>
          </a:p>
        </p:txBody>
      </p:sp>
      <p:sp>
        <p:nvSpPr>
          <p:cNvPr id="20" name="Shape 14"/>
          <p:cNvSpPr/>
          <p:nvPr/>
        </p:nvSpPr>
        <p:spPr>
          <a:xfrm>
            <a:off x="502920" y="3191256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" y="3310128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419856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+ Bedrock Nova (Converse)</a:t>
            </a:r>
            <a:endParaRPr lang="en-US" sz="1130" dirty="0"/>
          </a:p>
        </p:txBody>
      </p:sp>
      <p:sp>
        <p:nvSpPr>
          <p:cNvPr id="24" name="Shape 17"/>
          <p:cNvSpPr/>
          <p:nvPr/>
        </p:nvSpPr>
        <p:spPr>
          <a:xfrm>
            <a:off x="4663440" y="3191256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809744" y="3310128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19856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+ SNS notifier</a:t>
            </a:r>
            <a:endParaRPr lang="en-US" sz="1130" dirty="0"/>
          </a:p>
        </p:txBody>
      </p:sp>
      <p:sp>
        <p:nvSpPr>
          <p:cNvPr id="28" name="Shape 20"/>
          <p:cNvSpPr/>
          <p:nvPr/>
        </p:nvSpPr>
        <p:spPr>
          <a:xfrm>
            <a:off x="502920" y="3941064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9224" y="4059936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169664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3995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Obs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(presigned + SSE) · CloudWatch</a:t>
            </a:r>
            <a:endParaRPr lang="en-US" sz="1130" dirty="0"/>
          </a:p>
        </p:txBody>
      </p:sp>
      <p:sp>
        <p:nvSpPr>
          <p:cNvPr id="32" name="Shape 23"/>
          <p:cNvSpPr/>
          <p:nvPr/>
        </p:nvSpPr>
        <p:spPr>
          <a:xfrm>
            <a:off x="4663440" y="3941064"/>
            <a:ext cx="3931920" cy="621792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809744" y="4059936"/>
            <a:ext cx="384048" cy="384048"/>
          </a:xfrm>
          <a:prstGeom prst="ellipse">
            <a:avLst/>
          </a:prstGeom>
          <a:solidFill>
            <a:srgbClr val="E8F7E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169664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03520" y="3995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  </a:t>
            </a:r>
            <a:pPr indent="0" marL="0">
              <a:buNone/>
            </a:pPr>
            <a:r>
              <a:rPr lang="en-US" sz="113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— Data / Auth / Api / Workflow / Notify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order becomes a number that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1920240"/>
          </a:xfrm>
          <a:prstGeom prst="roundRect">
            <a:avLst>
              <a:gd name="adj" fmla="val 523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084832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BF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per kg rescued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606040" cy="1920240"/>
          </a:xfrm>
          <a:prstGeom prst="roundRect">
            <a:avLst>
              <a:gd name="adj" fmla="val 523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084832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2494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BF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2.5 kg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29184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per kg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828800"/>
            <a:ext cx="2606040" cy="1920240"/>
          </a:xfrm>
          <a:prstGeom prst="roundRect">
            <a:avLst>
              <a:gd name="adj" fmla="val 523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084832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2494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7614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BF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 saved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08076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market, per order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see their own verified impact — computed from their real completed orders — plus a leaderboard for top contributors.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today  vs  future implementations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31920" cy="306324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74520"/>
            <a:ext cx="457200" cy="457200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0253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vegetable ID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insights + rescue reasons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bands + dynamic pricing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order lifecycle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tracking + ratings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rescue network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serverless AWS backend (CDK)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931920" cy="3063240"/>
          </a:xfrm>
          <a:prstGeom prst="roundRect">
            <a:avLst>
              <a:gd name="adj" fmla="val 3284"/>
            </a:avLst>
          </a:prstGeom>
          <a:solidFill>
            <a:srgbClr val="FFF8EC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1874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00253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implementations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37744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Cook/NGO app + login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geofencing + photo-at-source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(UPI / Razorpay)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 / APNs)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/ Agmarknet price feed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visual freshness grading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+ 3PL delivery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Compost/biogas ‘Transform’ tier · carbon credits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REVIVO STANDS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Time-aware, escalating, AI-native,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84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as a degrading asset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2331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countdown, not a static listing — the only entry that prices perishability.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200253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1579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96128" y="1984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built 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96128" y="2331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sale fails, surplus doesn’t just expire — it routes to rescue.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753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serverless + AI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749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+ Bedrock + Step Functions, IaC-deployed and live on AWS.</a:t>
            </a:r>
            <a:endParaRPr lang="en-US" sz="106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5138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3419856"/>
            <a:ext cx="566928" cy="566928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5753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data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96128" y="3749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BFD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stats — impact and prices trace to real orders.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Neura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0604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359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Smriti T 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60604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194560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3591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Pooja 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29184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920240"/>
            <a:ext cx="2606040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D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194560"/>
            <a:ext cx="603504" cy="603504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3591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3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Thaenmozhi 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08076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Student Builder Group Hackathon 2026  •  SDG 2 — Zero Hunger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108960"/>
            <a:ext cx="3108960" cy="3108960"/>
          </a:xfrm>
          <a:prstGeom prst="ellipse">
            <a:avLst/>
          </a:prstGeom>
          <a:solidFill>
            <a:srgbClr val="0F5138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0F51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777240"/>
            <a:ext cx="914400" cy="914400"/>
          </a:xfrm>
          <a:prstGeom prst="ellipse">
            <a:avLst/>
          </a:prstGeom>
          <a:solidFill>
            <a:srgbClr val="1FBF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B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actions today, bigger change tomorrow.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0F51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5295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github.com/smriti51818/Revivo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3931920"/>
            <a:ext cx="384048" cy="384048"/>
          </a:xfrm>
          <a:prstGeom prst="ellipse">
            <a:avLst/>
          </a:prstGeom>
          <a:solidFill>
            <a:srgbClr val="0F513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03250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(YouTube) + live AWS deployment link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Revivo — A Time-Aware Food Recovery Network</dc:title>
  <dc:subject>PptxGenJS Presentation</dc:subject>
  <dc:creator>Team Neura</dc:creator>
  <cp:lastModifiedBy>Team Neura</cp:lastModifiedBy>
  <cp:revision>1</cp:revision>
  <dcterms:created xsi:type="dcterms:W3CDTF">2026-07-10T04:08:21Z</dcterms:created>
  <dcterms:modified xsi:type="dcterms:W3CDTF">2026-07-10T04:08:21Z</dcterms:modified>
</cp:coreProperties>
</file>